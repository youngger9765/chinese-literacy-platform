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1660" y="943570"/>
            <a:ext cx="54406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每個孩子都值得一位</a:t>
            </a:r>
            <a:endParaRPr lang="en-US" sz="2800" dirty="0"/>
          </a:p>
        </p:txBody>
      </p:sp>
      <p:pic>
        <p:nvPicPr>
          <p:cNvPr id="3" name="Image 0" descr="/Users/young/project/chinese-literacy-platform/workspace/pitch-pptx/slides/gold-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17452"/>
            <a:ext cx="5334000" cy="482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51660" y="2291953"/>
            <a:ext cx="544068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站在柯華葳教授 PIRLS、曾世杰教授《有效讀寫》的基礎上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51660" y="2693194"/>
            <a:ext cx="54406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閱讀能力 = 識字解碼 × 背景知識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05000" y="3232845"/>
            <a:ext cx="5334000" cy="967085"/>
          </a:xfrm>
          <a:prstGeom prst="roundRect">
            <a:avLst>
              <a:gd name="adj" fmla="val 13132"/>
            </a:avLst>
          </a:prstGeom>
          <a:solidFill>
            <a:srgbClr val="36305E"/>
          </a:solidFill>
          <a:ln w="9525">
            <a:solidFill>
              <a:srgbClr val="4A44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72272" y="3445520"/>
            <a:ext cx="47994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我們用 AI 做每個孩子身邊「溫暖而堅定」的閱讀家教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72272" y="3806279"/>
            <a:ext cx="479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0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不管在台東、花蓮還是台北，每個孩子都有一位不會離開的閱讀家教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50" y="177701"/>
            <a:ext cx="272034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閱讀科學 + AI</a:t>
            </a: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數位中文閱讀家教</a:t>
            </a:r>
            <a:endParaRPr lang="en-US" sz="1400" dirty="0"/>
          </a:p>
        </p:txBody>
      </p:sp>
      <p:pic>
        <p:nvPicPr>
          <p:cNvPr id="3" name="Image 0" descr="/Users/young/project/chinese-literacy-platform/frontend/public/presentation/screenshots/ll-14-library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50" y="777180"/>
            <a:ext cx="2686050" cy="1924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150" y="2739330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5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篇課文，依年級與難度分類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203150" y="3037731"/>
            <a:ext cx="27203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步學習流程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3150" y="3289102"/>
            <a:ext cx="27203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大教學理論整合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03150" y="3540472"/>
            <a:ext cx="27203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涵蓋</a:t>
            </a:r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聽、說、讀、寫</a:t>
            </a:r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四大能力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47851" y="177701"/>
            <a:ext cx="2819400" cy="146045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Users/young/project/chinese-literacy-platform/frontend/public/presentation/screenshots/ll-11-anno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851" y="177701"/>
            <a:ext cx="2819400" cy="990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49352" y="1231702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閱讀標記與筆記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149352" y="1444377"/>
            <a:ext cx="564952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225552" y="1457027"/>
            <a:ext cx="420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先行組織者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5956102" y="177701"/>
            <a:ext cx="2819400" cy="146045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Users/young/project/chinese-literacy-platform/frontend/public/presentation/screenshots/ll-04-tu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02" y="177701"/>
            <a:ext cx="2819400" cy="990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7602" y="1231702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即時朗讀指導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057602" y="1444377"/>
            <a:ext cx="968127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133802" y="1457027"/>
            <a:ext cx="832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流暢朗讀 · 識字自動化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3047851" y="1727002"/>
            <a:ext cx="2819400" cy="146045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young/project/chinese-literacy-platform/frontend/public/presentation/screenshots/ll-06-comprehen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851" y="1727002"/>
            <a:ext cx="2819400" cy="990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149352" y="2781002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蘇格拉底式 AI 對話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3149352" y="2993678"/>
            <a:ext cx="885676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225552" y="3006328"/>
            <a:ext cx="7479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鷹架理論 · 背景知識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5956102" y="1727002"/>
            <a:ext cx="2819400" cy="1460450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Users/young/project/chinese-literacy-platform/frontend/public/presentation/screenshots/ll-10-word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102" y="1727002"/>
            <a:ext cx="2819400" cy="990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57602" y="2781002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語詞搜尋遊戲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6057602" y="2993678"/>
            <a:ext cx="564952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133802" y="3006328"/>
            <a:ext cx="420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針對性練習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3047851" y="3276302"/>
            <a:ext cx="2819400" cy="1650950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/Users/young/project/chinese-literacy-platform/frontend/public/presentation/screenshots/ll-13-stroke-or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7851" y="3276302"/>
            <a:ext cx="2819400" cy="11811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149352" y="4520803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筆順手寫練習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3149352" y="4733479"/>
            <a:ext cx="564952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3225552" y="4746129"/>
            <a:ext cx="420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部件教學法</a:t>
            </a:r>
            <a:endParaRPr lang="en-US" sz="650" dirty="0"/>
          </a:p>
        </p:txBody>
      </p:sp>
      <p:sp>
        <p:nvSpPr>
          <p:cNvPr id="33" name="Text 25"/>
          <p:cNvSpPr/>
          <p:nvPr/>
        </p:nvSpPr>
        <p:spPr>
          <a:xfrm>
            <a:off x="5956102" y="3276302"/>
            <a:ext cx="2819400" cy="1650950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5b4fc4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6" descr="/Users/young/project/chinese-literacy-platform/frontend/public/presentation/screenshots/ll-12-knowledge-st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102" y="3276302"/>
            <a:ext cx="2819400" cy="11811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057602" y="4520803"/>
            <a:ext cx="2668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知識補給站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6057602" y="4733479"/>
            <a:ext cx="647402" cy="139601"/>
          </a:xfrm>
          <a:prstGeom prst="roundRect">
            <a:avLst>
              <a:gd name="adj" fmla="val 54584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8"/>
          <p:cNvSpPr/>
          <p:nvPr/>
        </p:nvSpPr>
        <p:spPr>
          <a:xfrm>
            <a:off x="6133802" y="4746129"/>
            <a:ext cx="5049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背景知識建構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71" y="404515"/>
            <a:ext cx="829050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26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我們需要您的指導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7950" y="1575941"/>
            <a:ext cx="3835301" cy="0"/>
          </a:xfrm>
          <a:prstGeom prst="line">
            <a:avLst/>
          </a:prstGeom>
          <a:noFill/>
          <a:ln w="38100">
            <a:solidFill>
              <a:srgbClr val="F0EE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226790"/>
            <a:ext cx="3912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我們走到了這裡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74739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033" y="1810792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251" y="1772692"/>
            <a:ext cx="155417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平台已開發完成並上線運作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12824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033" y="2191643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251" y="2153543"/>
            <a:ext cx="161899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融合閱讀科學理論與 AI 技術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50909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9033" y="2572494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251" y="2534394"/>
            <a:ext cx="181315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涵蓋朗讀、識字、理解完整流程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88994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9033" y="2953345"/>
            <a:ext cx="98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251" y="2915245"/>
            <a:ext cx="155417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教師端班級管理與學習追蹤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451" y="1575941"/>
            <a:ext cx="3835450" cy="0"/>
          </a:xfrm>
          <a:prstGeom prst="line">
            <a:avLst/>
          </a:prstGeom>
          <a:noFill/>
          <a:ln w="38100">
            <a:solidFill>
              <a:srgbClr val="F0EE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451" y="1226790"/>
            <a:ext cx="39121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希望得到的指導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451" y="174739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01208" y="1815554"/>
            <a:ext cx="7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06752" y="1772692"/>
            <a:ext cx="168366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教學設計是否貼近現場需求？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451" y="212824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01208" y="2196405"/>
            <a:ext cx="7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06752" y="2153543"/>
            <a:ext cx="1683666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如何在真實教室中試用驗證？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451" y="250909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01208" y="2577257"/>
            <a:ext cx="7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06752" y="2534394"/>
            <a:ext cx="181315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閱讀科學的應用方向是否正確？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451" y="288994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F0EE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01208" y="2958108"/>
            <a:ext cx="79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6752" y="2915245"/>
            <a:ext cx="181315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0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哪些功能最能幫到老師和學生？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950" y="3575596"/>
            <a:ext cx="8127950" cy="1163241"/>
          </a:xfrm>
          <a:prstGeom prst="roundRect">
            <a:avLst>
              <a:gd name="adj" fmla="val 13101"/>
            </a:avLst>
          </a:prstGeom>
          <a:solidFill>
            <a:srgbClr val="EDE9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41098" y="3854946"/>
            <a:ext cx="746165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懇請各位老師給予指導</a:t>
            </a:r>
            <a:endParaRPr lang="en-US" sz="1400" dirty="0"/>
          </a:p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3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讓這個工具真正幫到孩子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71" y="71884"/>
            <a:ext cx="82905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20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我們的團隊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67209"/>
            <a:ext cx="2573982" cy="2126903"/>
          </a:xfrm>
          <a:prstGeom prst="roundRect">
            <a:avLst>
              <a:gd name="adj" fmla="val 59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5b4fc4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Users/young/project/chinese-literacy-platform/workspace/pitch-pptx/slides/fang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566" y="970359"/>
            <a:ext cx="812750" cy="812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7659" y="1948160"/>
            <a:ext cx="23145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方新舟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7659" y="2183011"/>
            <a:ext cx="23145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產品負責人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37659" y="2411611"/>
            <a:ext cx="23145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誠致教育基金會創辦人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「學國語」原始開發者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85083" y="767209"/>
            <a:ext cx="2573834" cy="2126903"/>
          </a:xfrm>
          <a:prstGeom prst="roundRect">
            <a:avLst>
              <a:gd name="adj" fmla="val 59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5b4fc4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Users/young/project/chinese-literacy-platform/workspace/pitch-pptx/slides/kw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50" y="970359"/>
            <a:ext cx="812750" cy="812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14793" y="1948160"/>
            <a:ext cx="2314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呂冠緯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14793" y="2183011"/>
            <a:ext cx="2314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414793" y="2411611"/>
            <a:ext cx="23144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均一平台教育基金會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董事長暨執行長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062067" y="767209"/>
            <a:ext cx="2573834" cy="2126903"/>
          </a:xfrm>
          <a:prstGeom prst="roundRect">
            <a:avLst>
              <a:gd name="adj" fmla="val 59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5b4fc4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Users/young/project/chinese-literacy-platform/workspace/pitch-pptx/slides/young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534" y="970359"/>
            <a:ext cx="812750" cy="8127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1777" y="1948160"/>
            <a:ext cx="23144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191777" y="2144911"/>
            <a:ext cx="23144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技術負責人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191777" y="2373511"/>
            <a:ext cx="23144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均一教育平台工程師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負責技術架構與 AI 整合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879550" y="3097262"/>
            <a:ext cx="2590800" cy="1974503"/>
          </a:xfrm>
          <a:prstGeom prst="roundRect">
            <a:avLst>
              <a:gd name="adj" fmla="val 6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5b4fc4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young/project/chinese-literacy-platform/workspace/pitch-pptx/slides/raymond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501" y="3300413"/>
            <a:ext cx="812750" cy="812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09090" y="4278213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靖杭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009090" y="4513064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開發實習生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2009090" y="4741664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高中生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4673501" y="3097262"/>
            <a:ext cx="2590800" cy="1974503"/>
          </a:xfrm>
          <a:prstGeom prst="roundRect">
            <a:avLst>
              <a:gd name="adj" fmla="val 64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5b4fc4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Users/young/project/chinese-literacy-platform/workspace/pitch-pptx/slides/xiung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451" y="3300413"/>
            <a:ext cx="812750" cy="8127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03041" y="4278213"/>
            <a:ext cx="2331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啟翔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803041" y="4513064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5B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開發實習生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4803041" y="4741664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高中生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B4FC4"/>
                </a:solidFill>
              </a:defRPr>
            </a:pPr>
            <a:r>
              <a:t>附錄：學習單 vs 平台功能對照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94360"/>
            <a:ext cx="8595360" cy="59436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>
              <a:defRPr sz="1000">
                <a:solidFill>
                  <a:srgbClr val="065F46"/>
                </a:solidFill>
              </a:defRPr>
            </a:pPr>
            <a:r>
              <a:t>✅ 19 項已覆蓋：標記閱讀、計時朗讀、練習記錄表、同學互評、語詞定義配對、語詞代號填空、字海找詞、記敘文重點表、說明文重點表、應用文重點表、句型修辭、推論、文章結構、表達論證、科學方法、思辨媒體素養、品格生活、四選一選擇題、YouTube 影片延伸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B4FC4"/>
                </a:solidFill>
              </a:defRPr>
            </a:pPr>
            <a:r>
              <a:t>升級方向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4114800" cy="914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" y="1764792"/>
            <a:ext cx="54864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最優先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3337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三級自我檢核（朗讀自評勾選）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0253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加入學習單上的三級自評</a:t>
            </a:r>
          </a:p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比對實際表現，培養後設認知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4114800" cy="9144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1764792"/>
            <a:ext cx="548640" cy="2011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其次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28216"/>
            <a:ext cx="3337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圖表判讀含會考真題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0253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平台有圖表判讀策略練習</a:t>
            </a:r>
          </a:p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需補入歷屆會考圖表題作為延伸練習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715768"/>
            <a:ext cx="4114800" cy="91440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" y="2788920"/>
            <a:ext cx="54864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待討論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3337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文言文：文白對照、古今詞彙、猜詞意、全句翻譯…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026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4 篇文言文需要不同學習流程</a:t>
            </a:r>
          </a:p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僅佔 7%，想請教授指導優先順序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715768"/>
            <a:ext cx="4114800" cy="91440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788920"/>
            <a:ext cx="548640" cy="2011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未來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52344"/>
            <a:ext cx="33375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多文本閱讀與比較表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026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2 組多文本課文可做跨文章比較</a:t>
            </a:r>
          </a:p>
          <a:p>
            <a:pPr>
              <a:spcAft>
                <a:spcPts val="100"/>
              </a:spcAft>
              <a:defRPr sz="1000">
                <a:solidFill>
                  <a:srgbClr val="4A4A6A"/>
                </a:solidFill>
              </a:defRPr>
            </a:pPr>
            <a:r>
              <a:t>僅佔 3.5%，屬進階功能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4FC4"/>
                </a:solidFill>
              </a:rPr>
              <a:t>完整 33 項逐一比對 → github.com/.../docs/worksheet-vs-platform-matrix.md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朗朗上口 — 5/1 簡報</dc:title>
  <dc:subject>PptxGenJS Presentation</dc:subject>
  <dc:creator>LingoLeap</dc:creator>
  <cp:lastModifiedBy>LingoLeap</cp:lastModifiedBy>
  <cp:revision>1</cp:revision>
  <dcterms:created xsi:type="dcterms:W3CDTF">2026-04-13T13:17:18Z</dcterms:created>
  <dcterms:modified xsi:type="dcterms:W3CDTF">2026-04-13T13:17:18Z</dcterms:modified>
</cp:coreProperties>
</file>